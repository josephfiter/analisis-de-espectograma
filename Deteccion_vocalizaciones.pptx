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detector reemplaza a los dos detectores automáticos previos. Todo lo que sigue está medido contra la planilla de anotaciones manuales.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importante: no era un problema de umbrales, era de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eligió un árbol de reglas y no un modelo estadístico porque Flat tiene 9 ejemplos y FM tiene 8: con eso ningún modelo aprende esas clases. Además, cada decisión se puede explicar mirando dos números, lo que permite discutir una clasificación con quien anotó.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automática de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vocalizaciones ultrasónicas de rata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en tres tipos y validación contra 217 anotaciones manuales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8680" y="43434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3FA863"/>
          </a:solidFill>
          <a:ln w="12700">
            <a:solidFill>
              <a:srgbClr val="3FA8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88920" y="43434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D97A1F"/>
          </a:solidFill>
          <a:ln w="12700">
            <a:solidFill>
              <a:srgbClr val="D97A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8920" y="43434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43434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7A5CD6"/>
          </a:solidFill>
          <a:ln w="12700">
            <a:solidFill>
              <a:srgbClr val="7A5C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43434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Ayudantía ITBA  ·  Proyecto ultrasónico  ·  septiembre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 el detector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tareas distintas, que se miden por separado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3F1F7"/>
          </a:solidFill>
          <a:ln w="15875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03504" cy="603504"/>
          </a:xfrm>
          <a:prstGeom prst="ellipse">
            <a:avLst/>
          </a:prstGeom>
          <a:solidFill>
            <a:srgbClr val="7A5CD6"/>
          </a:solidFill>
          <a:ln w="12700">
            <a:solidFill>
              <a:srgbClr val="7A5C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75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0604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el audio completo y aísla cada vocalización, separándola del ruido de fondo, de los golpes contra la caja y de los artefactos del equipo.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3F1F7"/>
          </a:solidFill>
          <a:ln w="15875">
            <a:solidFill>
              <a:srgbClr val="D97A1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057400"/>
            <a:ext cx="603504" cy="603504"/>
          </a:xfrm>
          <a:prstGeom prst="ellipse">
            <a:avLst/>
          </a:prstGeom>
          <a:solidFill>
            <a:srgbClr val="D97A1F"/>
          </a:solidFill>
          <a:ln w="12700">
            <a:solidFill>
              <a:srgbClr val="D97A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075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60604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una le asigna uno de los tres tipos, midiendo la forma del trazo y si viene acompañada por su armónico.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A1726"/>
          </a:solidFill>
          <a:ln w="12700">
            <a:solidFill>
              <a:srgbClr val="1A17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hacía falta rehacerlo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detectores anteriores no fallaban por estar mal ajustados: buscaban otra cosa. El de «sonidos fuertes» exigía que la energía estuviera concentrada en un solo pico, y el 92 % de las vocalizaciones anotadas la reparte entre la fundamental y su armónico. Estaba construido para encontrar sólo los Flat sueltos.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tipos, vistos en el espectrograma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blanca marca la fundamental; la celeste, el doble de esa frecuencia</a:t>
            </a:r>
            <a:endParaRPr lang="en-US" sz="1450" dirty="0"/>
          </a:p>
        </p:txBody>
      </p:sp>
      <p:pic>
        <p:nvPicPr>
          <p:cNvPr id="4" name="Image 0" descr="C:/Users/rogue/AppData/Local/Temp/claude/C--Users-rogue-Desktop-repos-Analisis-de-espectograma/f9ec3493-abd8-43a3-928c-b4bd6b0f16b4/scratchpad/ppt_ejempl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11274552" cy="3813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línea, plana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línea, barrida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5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 a la vez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ejemplo es una vocalización real de la planilla, clasificada correctamente por el detector.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decide: dos preguntas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modelo entrenado — es la definición de cada tipo, escrita como regla</a:t>
            </a:r>
            <a:endParaRPr lang="en-US" sz="1450" dirty="0"/>
          </a:p>
        </p:txBody>
      </p:sp>
      <p:pic>
        <p:nvPicPr>
          <p:cNvPr id="4" name="Image 0" descr="C:/Users/rogue/AppData/Local/Temp/claude/C--Users-rogue-Desktop-repos-Analisis-de-espectograma/f9ec3493-abd8-43a3-928c-b4bd6b0f16b4/scratchpad/ppt_ar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00200"/>
            <a:ext cx="98755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dos mediciones que deciden todo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se calculan sobre el contorno de la fundamental, frame por frame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3F1F7"/>
          </a:solidFill>
          <a:ln w="15875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¿Hay armónico en 2·f0?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{Flat, FM} de harmonic.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mira una ventana angosta alrededor del doble de la frecuencia de cada frame, siguiendo el contorno — no «todo lo de arriba».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evita confundir el armónico con el moteado permanente de ~98 kHz que tienen las grabaciones.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la columna Harmonics del Excel en 249 de 249 filas.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13892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armónico presente en ≥ 60 % de los frames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3F1F7"/>
          </a:solidFill>
          <a:ln w="15875">
            <a:solidFill>
              <a:srgbClr val="D97A1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940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se mueve el trazo?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5146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Flat de FM.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recorrido en frecuencia entre los percentiles 10 y 90 del contorno.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percentiles y no el máximo menos el mínimo para que un ganchito de dos frames al empezar no haga pasar por curva a una llamada plana.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Medido: los Flat quedan en 0,6 kHz de mediana y los FM en 3,9 kHz.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51389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recorrido de 2,0 kHz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umbrales no se eligieron a ojo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corte sale de medir los descriptores sobre las vocalizaciones anotadas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3383280"/>
                <a:gridCol w="2194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Ruido de fondo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Vocalizaciones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 elegido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Energía sobre el fondo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14,8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21 dB (mediana 28)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Concentración espectral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0,39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0,57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Armónico en 2·f0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 casi toda la llamada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60 % de los frames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Recorrido del contorno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0,6 kHz · FM 3,9 kHz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 kHz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F3F1F7"/>
          </a:solidFill>
          <a:ln w="15875">
            <a:solidFill>
              <a:srgbClr val="3FA8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A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filtro que más aportó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9834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vocalización de rata es ultrasónica: por debajo de 25 kHz no deja nada. Un golpe, un paso o el roce contra la caja, en cambio, encienden el espectro desde el piso. Usar esa energía grave como señal de «esto no es una llamada» subió la precisión de 61 % a 78 % sin costar prácticamente ningún acierto.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validó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la planilla de anotaciones manuales, sin darle ninguna pista al detector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23160" cy="2240280"/>
          </a:xfrm>
          <a:prstGeom prst="roundRect">
            <a:avLst>
              <a:gd name="adj" fmla="val 3673"/>
            </a:avLst>
          </a:prstGeom>
          <a:solidFill>
            <a:srgbClr val="F3F1F7"/>
          </a:solidFill>
          <a:ln w="15875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vocalizaciones anotadas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mano, usadas como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de campo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423160" cy="2240280"/>
          </a:xfrm>
          <a:prstGeom prst="roundRect">
            <a:avLst>
              <a:gd name="adj" fmla="val 3673"/>
            </a:avLst>
          </a:prstGeom>
          <a:solidFill>
            <a:srgbClr val="F3F1F7"/>
          </a:solidFill>
          <a:ln w="15875">
            <a:solidFill>
              <a:srgbClr val="D97A1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7432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grabación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ratas distintas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2423160" cy="2240280"/>
          </a:xfrm>
          <a:prstGeom prst="roundRect">
            <a:avLst>
              <a:gd name="adj" fmla="val 3673"/>
            </a:avLst>
          </a:prstGeom>
          <a:solidFill>
            <a:srgbClr val="F3F1F7"/>
          </a:solidFill>
          <a:ln w="15875">
            <a:solidFill>
              <a:srgbClr val="3FA86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432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desfase entre la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y el audio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(verificado, no supuesto)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783080"/>
            <a:ext cx="2423160" cy="2240280"/>
          </a:xfrm>
          <a:prstGeom prst="roundRect">
            <a:avLst>
              <a:gd name="adj" fmla="val 3673"/>
            </a:avLst>
          </a:prstGeom>
          <a:solidFill>
            <a:srgbClr val="F3F1F7"/>
          </a:solidFill>
          <a:ln w="15875">
            <a:solidFill>
              <a:srgbClr val="6B688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972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6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7432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anotaciones excluidas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estar duplicadas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Excel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decisiones metodológicas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548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detector barre el audio entero sin saber dónde están las llamadas. Es lo que hace el programa en uso real, y es lo único que permite medir cuántas de las que reporta son falsas.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umbrales se ajustaron sobre 16 sesiones y se reservaron 4 que nunca se tocaron. El corte es por sesión completa y no por llamada, porque lo que cambia entre grabaciones es el ruido de fondo, que es justo a lo que se adaptan los umbrales.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Barrido completo sobre las 20 sesiones — el detector no sabe dónde están las llamadas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2A2438"/>
          </a:solidFill>
          <a:ln w="22225">
            <a:solidFill>
              <a:srgbClr val="3FA8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FA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vocalizaciones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Excel las encuentra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7830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2A2438"/>
          </a:solidFill>
          <a:ln w="22225">
            <a:solidFill>
              <a:srgbClr val="D97A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9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971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que reporta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llamada real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49640" y="178308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2A2438"/>
          </a:solidFill>
          <a:ln w="22225">
            <a:solidFill>
              <a:srgbClr val="7A5C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A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92 %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971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que encuentra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clasifica bien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97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leer estos números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9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 vocalizaciones anotadas, encuentra 8; y de cada 10 que reporta, 8 son reales.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exactitud global no sirve como medida acá: como el 92 % de las llamadas son harmonic, contestar siempre «harmonic» daría 92 % sin haber aprendido nada. Por eso la evaluación mide cada tipo por separado.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tipo por tipo contra el Excel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 lo que dice la planilla; cada columna, lo que respondió el detector</a:t>
            </a:r>
            <a:endParaRPr lang="en-US" sz="1450" dirty="0"/>
          </a:p>
        </p:txBody>
      </p:sp>
      <p:pic>
        <p:nvPicPr>
          <p:cNvPr id="4" name="Image 0" descr="C:/Users/rogue/AppData/Local/Temp/claude/C--Users-rogue-Desktop-repos-Analisis-de-espectograma/f9ec3493-abd8-43a3-928c-b4bd6b0f16b4/scratchpad/ppt_matr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0"/>
            <a:ext cx="768096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harmonic: 157 de 200 (78 %), con muy pocas confusiones hacia otros tipos.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FM: 5 de 8 (62 %).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Flat: 2 de 9 (22 %). Es el punto flojo.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columna son las que no llegó a encontrar en el audio.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321040" y="4617720"/>
            <a:ext cx="3337560" cy="1234440"/>
          </a:xfrm>
          <a:prstGeom prst="roundRect">
            <a:avLst>
              <a:gd name="adj" fmla="val 6667"/>
            </a:avLst>
          </a:prstGeom>
          <a:solidFill>
            <a:srgbClr val="F3F1F7"/>
          </a:solidFill>
          <a:ln w="12700">
            <a:solidFill>
              <a:srgbClr val="6B688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477316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9 y 8 ejemplos, los porcentajes de Flat y FM se mueven 11 puntos por cada acierto. Son orientativos, no concluyentes.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anda bien y qué falta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limitaciones conocidas, para que se sepan antes de usar los resultados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3F1F7"/>
          </a:solidFill>
          <a:ln w="15875">
            <a:solidFill>
              <a:srgbClr val="3FA86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FA8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Sólido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detección de harmonic, que es el 92 % de los datos: 78 % de recall con casi ninguna confusión.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corte del árbol (¿hay armónico?) coincide con la columna del Excel en 249 de 249 filas.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sesiones reservadas dan el mismo resultado que las de ajuste: no hay sobreajuste.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clasificación queda registrada con el motivo, así se puede revisar una por una.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3F1F7"/>
          </a:solidFill>
          <a:ln w="15875">
            <a:solidFill>
              <a:srgbClr val="D97A1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51460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y FM tienen 9 y 8 ejemplos. Hacen falta más para poder afirmar algo sobre esas clases.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y complex_harmonic se reportan juntas: la distinción no está definida en la planilla y separarlas costaba la mitad de los aciertos.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llamadas anotadas como Flat tienen un armónico tan fuerte como cualquier harmonic. Falta que se revisen.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llamadas por debajo de 38 kHz quedan fuera de la banda de búsqueda: 8 de 217.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resumen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1965960"/>
            <a:ext cx="310896" cy="310896"/>
          </a:xfrm>
          <a:prstGeom prst="ellipse">
            <a:avLst/>
          </a:prstGeom>
          <a:solidFill>
            <a:srgbClr val="3FA863"/>
          </a:solidFill>
          <a:ln w="12700">
            <a:solidFill>
              <a:srgbClr val="3FA8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17320" y="18745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detector encuentra 8 de cada 10 vocalizaciones anotadas y acierta el tipo en 9 de cada 10 que encuentra.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68680" y="3017520"/>
            <a:ext cx="310896" cy="310896"/>
          </a:xfrm>
          <a:prstGeom prst="ellipse">
            <a:avLst/>
          </a:prstGeom>
          <a:solidFill>
            <a:srgbClr val="7A5CD6"/>
          </a:solidFill>
          <a:ln w="12700">
            <a:solidFill>
              <a:srgbClr val="7A5C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29260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sobre el audio completo, integrado al programa: un botón, un color por tipo y un CSV por video.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68680" y="4069080"/>
            <a:ext cx="310896" cy="310896"/>
          </a:xfrm>
          <a:prstGeom prst="ellipse">
            <a:avLst/>
          </a:prstGeom>
          <a:solidFill>
            <a:srgbClr val="D97A1F"/>
          </a:solidFill>
          <a:ln w="12700">
            <a:solidFill>
              <a:srgbClr val="D97A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3977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umbrales están medidos sobre los datos de la cátedra y documentados uno por uno, con las pruebas que fallaron incluidas.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paso sugerido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5961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una sola grabación de las ratas 1.1der o 2.2der — que no tienen ninguna anotación y nunca se usaron — para tener una medición a ciegas completa.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automática de vocalizaciones ultrasónicas</dc:title>
  <dc:subject>PptxGenJS Presentation</dc:subject>
  <dc:creator>Ayudantía ITBA</dc:creator>
  <cp:lastModifiedBy>Ayudantía ITBA</cp:lastModifiedBy>
  <cp:revision>1</cp:revision>
  <dcterms:created xsi:type="dcterms:W3CDTF">2026-09-14T04:28:17Z</dcterms:created>
  <dcterms:modified xsi:type="dcterms:W3CDTF">2026-09-14T04:28:17Z</dcterms:modified>
</cp:coreProperties>
</file>